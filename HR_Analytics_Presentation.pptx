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E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 Overtime</c:v>
                  </c:pt>
                  <c:pt idx="1">
                    <c:v>Works Overtime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10.4</c:v>
                </c:pt>
                <c:pt idx="1">
                  <c:v>30.5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E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Attrition Rate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433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433"/>
                </a:solidFill>
                <a:latin typeface="Arial"/>
              </a:rPr>
              <a:t>Attrition by Department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%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Research &amp; Dev</c:v>
                  </c:pt>
                  <c:pt idx="1">
                    <c:v>Human Resources</c:v>
                  </c:pt>
                  <c:pt idx="2">
                    <c:v>Sales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13.8</c:v>
                </c:pt>
                <c:pt idx="1">
                  <c:v>19</c:v>
                </c:pt>
                <c:pt idx="2">
                  <c:v>20.6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Income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Stayed</c:v>
                  </c:pt>
                  <c:pt idx="1">
                    <c:v>Left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6833</c:v>
                </c:pt>
                <c:pt idx="1">
                  <c:v>4787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E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Years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Stayed</c:v>
                  </c:pt>
                  <c:pt idx="1">
                    <c:v>Left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7.4</c:v>
                </c:pt>
                <c:pt idx="1">
                  <c:v>5.1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E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ANALYTICS DASHBOARD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Employee Attrition Through Data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4526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•  Python  •  Power BI   |   1,470 Employee Records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92640" y="822960"/>
            <a:ext cx="2011680" cy="201168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4206240"/>
            <a:ext cx="1280160" cy="1280160"/>
          </a:xfrm>
          <a:prstGeom prst="ellipse">
            <a:avLst/>
          </a:prstGeom>
          <a:solidFill>
            <a:srgbClr val="0F1F3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an employee typically costs </a:t>
            </a:r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50–200% of their annual salary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This project analyzes 1,470 employee records to find out who is leaving, why, and who is likely to leave next.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78892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5204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departments and roles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highest attrition?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256032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278892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0" y="35204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factors most strongly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an employee leaving?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256032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21040" y="278892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75320" y="35204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active employees are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of leaving next?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 |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Process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08760" y="182880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150876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3 constant columns,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data types, verified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155448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828800"/>
            <a:ext cx="777240" cy="7772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66160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queries calculating KPIs,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breakdowns, and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employee lists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86600" y="1828800"/>
            <a:ext cx="777240" cy="77724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60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355080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(EDA)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508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Seaborn for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 and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charts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06840" y="155448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875520" y="1828800"/>
            <a:ext cx="777240" cy="777240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20" name="Text 18"/>
          <p:cNvSpPr/>
          <p:nvPr/>
        </p:nvSpPr>
        <p:spPr>
          <a:xfrm>
            <a:off x="987552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144000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Two-page interactive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KPI cards,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and slicers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27832" y="26517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8FA3C8"/>
                </a:solidFill>
              </a:rPr>
              <a:t>→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016752" y="26517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8FA3C8"/>
                </a:solidFill>
              </a:rPr>
              <a:t>→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805672" y="26517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8FA3C8"/>
                </a:solidFill>
              </a:rPr>
              <a:t>→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 |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Metrics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74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1,470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29000" y="17373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E24B4A"/>
          </a:solidFill>
          <a:ln/>
        </p:spPr>
      </p:sp>
      <p:sp>
        <p:nvSpPr>
          <p:cNvPr id="7" name="Text 5"/>
          <p:cNvSpPr/>
          <p:nvPr/>
        </p:nvSpPr>
        <p:spPr>
          <a:xfrm>
            <a:off x="3520440" y="1874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520440" y="2788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D9E75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874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$6,503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09360" y="2788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Income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06840" y="17373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7F77DD"/>
          </a:solidFill>
          <a:ln/>
        </p:spPr>
      </p:sp>
      <p:sp>
        <p:nvSpPr>
          <p:cNvPr id="13" name="Text 11"/>
          <p:cNvSpPr/>
          <p:nvPr/>
        </p:nvSpPr>
        <p:spPr>
          <a:xfrm>
            <a:off x="9098280" y="1874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2.73 / 4.0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098280" y="2788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9319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1,470 employees analyzed  →  237 left  →  1,233 remain active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 |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1 — Overtime Drives Attrition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71600"/>
          <a:ext cx="57607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766560" y="1554480"/>
            <a:ext cx="4754880" cy="1828800"/>
          </a:xfrm>
          <a:prstGeom prst="roundRect">
            <a:avLst>
              <a:gd name="adj" fmla="val 4000"/>
            </a:avLst>
          </a:prstGeom>
          <a:solidFill>
            <a:srgbClr val="FFF1F0"/>
          </a:solidFill>
          <a:ln/>
        </p:spPr>
      </p:sp>
      <p:sp>
        <p:nvSpPr>
          <p:cNvPr id="5" name="Text 2"/>
          <p:cNvSpPr/>
          <p:nvPr/>
        </p:nvSpPr>
        <p:spPr>
          <a:xfrm>
            <a:off x="7040880" y="17373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attrition for employees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overtime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766560" y="37490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review workload distribution and staffing levels in teams with high overtime hours.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 |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2 — Sales Reps Are Highest Risk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400800" y="137160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F4F7FC"/>
          </a:solidFill>
          <a:ln/>
        </p:spPr>
      </p:sp>
      <p:sp>
        <p:nvSpPr>
          <p:cNvPr id="5" name="Text 2"/>
          <p:cNvSpPr/>
          <p:nvPr/>
        </p:nvSpPr>
        <p:spPr>
          <a:xfrm>
            <a:off x="6675120" y="1600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Representative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675120" y="20574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39.8%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675120" y="29718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— the highest of any role in the dataset, nearly 4 in 10 Sales Reps leave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675120" y="3977640"/>
            <a:ext cx="4297680" cy="0"/>
          </a:xfrm>
          <a:prstGeom prst="line">
            <a:avLst/>
          </a:prstGeom>
          <a:noFill/>
          <a:ln w="12700">
            <a:solidFill>
              <a:srgbClr val="D9E2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0" y="41605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Director sits at the opposite extreme — just 2.5% attrition, the lowest of any role.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 |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3 — Pay Gap &amp; Early Departures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Income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Years at Company</a:t>
            </a:r>
            <a:endParaRPr lang="en-US" sz="16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309360" y="1783080"/>
          <a:ext cx="52120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 |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interactive Power BI pages — Overview and Deep Analysis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4572000"/>
          </a:xfrm>
          <a:prstGeom prst="roundRect">
            <a:avLst>
              <a:gd name="adj" fmla="val 1000"/>
            </a:avLst>
          </a:prstGeom>
          <a:solidFill>
            <a:srgbClr val="0F1F3D"/>
          </a:solidFill>
          <a:ln w="19050">
            <a:solidFill>
              <a:srgbClr val="2E4A7A"/>
            </a:solidFill>
            <a:prstDash val="solid"/>
          </a:ln>
        </p:spPr>
      </p:sp>
      <p:pic>
        <p:nvPicPr>
          <p:cNvPr id="5" name="Image 0" descr="/mnt/user-data/uploads/1781426748465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5545" y="1783080"/>
            <a:ext cx="703043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 |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09928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E24B4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099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0" y="1572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overtime policy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1938528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departments, especially Sales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852928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E24B4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8529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2715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benchmarking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86000" y="3081528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Sales Representatives and Lab Technicians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3995928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F2A444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9959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0" y="3858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onboarding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286000" y="4224528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attrition happens in the first 2–3 years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89204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5138928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F2A444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1389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5001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for single employees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286000" y="5367528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25.5% attrition vs 10.1% for divorced employees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 |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92024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0F1F3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34840" y="192024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4434840" y="1920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0" y="192024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0F1F3D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1920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Reporting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29184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0F1F3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918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34840" y="329184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0F1F3D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32918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(EDA)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46720" y="329184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0F1F3D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0" y="32918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Storytelling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github.com/yourusername/HR-Analytics-Dashboard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Analytics Dashboard</dc:title>
  <dc:subject>PptxGenJS Presentation</dc:subject>
  <dc:creator>HR Analytics Project</dc:creator>
  <cp:lastModifiedBy>HR Analytics Project</cp:lastModifiedBy>
  <cp:revision>1</cp:revision>
  <dcterms:created xsi:type="dcterms:W3CDTF">2026-06-17T02:50:40Z</dcterms:created>
  <dcterms:modified xsi:type="dcterms:W3CDTF">2026-06-17T02:50:40Z</dcterms:modified>
</cp:coreProperties>
</file>